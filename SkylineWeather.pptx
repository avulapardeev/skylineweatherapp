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4480560"/>
            <a:ext cx="2377440" cy="2377440"/>
          </a:xfrm>
          <a:prstGeom prst="ellipse">
            <a:avLst/>
          </a:prstGeom>
          <a:solidFill>
            <a:srgbClr val="F2B134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685800" cy="6858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40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SKYLINE WEATHER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Production-Quality Full-Stack Weather Application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 +  Node.js / Express  +  OpenWeatherMap 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4572000"/>
            <a:ext cx="2011680" cy="0"/>
          </a:xfrm>
          <a:prstGeom prst="line">
            <a:avLst/>
          </a:prstGeom>
          <a:noFill/>
          <a:ln w="3175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 Does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delivered end to end, from search to display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DCEE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by City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8529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current conditions for any city name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783080"/>
            <a:ext cx="548640" cy="548640"/>
          </a:xfrm>
          <a:prstGeom prst="ellipse">
            <a:avLst/>
          </a:prstGeom>
          <a:solidFill>
            <a:srgbClr val="DCEEF7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26280" y="2468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My Location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8529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Geolocation API pulls weather for wherever you are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783080"/>
            <a:ext cx="548640" cy="548640"/>
          </a:xfrm>
          <a:prstGeom prst="ellipse">
            <a:avLst/>
          </a:prstGeom>
          <a:solidFill>
            <a:srgbClr val="DCEEF7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75320" y="2468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Conditions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28529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Temp, feels-like, humidity, wind, pressure, visibility, sunrise/sunset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DCEEF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5-Day Forecast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527608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outlook alongside current conditions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9776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206240"/>
            <a:ext cx="548640" cy="548640"/>
          </a:xfrm>
          <a:prstGeom prst="ellipse">
            <a:avLst/>
          </a:prstGeom>
          <a:solidFill>
            <a:srgbClr val="DCEEF7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2628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Favorites &amp; History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26280" y="527608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cities and revisit recent searches, saved in Local Storage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9776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4206240"/>
            <a:ext cx="548640" cy="548640"/>
          </a:xfrm>
          <a:prstGeom prst="ellipse">
            <a:avLst/>
          </a:prstGeom>
          <a:solidFill>
            <a:srgbClr val="DCEEF7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🌗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27532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/ Light Mode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75320" y="527608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theme toggle with dynamic weather-based gradients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Skyline Weather  |  Full-Stack Weather App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client-server design keeps the API key private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state, Local Storage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the API key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8803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3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proxy + gatekeeper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3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secret API key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3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controllers, services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OpenWeatherMap 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28803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weather data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conditions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forecast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950208" y="3154680"/>
            <a:ext cx="457200" cy="274320"/>
          </a:xfrm>
          <a:prstGeom prst="rightArrow">
            <a:avLst/>
          </a:prstGeom>
          <a:solidFill>
            <a:srgbClr val="F2B1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744968" y="3154680"/>
            <a:ext cx="457200" cy="274320"/>
          </a:xfrm>
          <a:prstGeom prst="rightArrow">
            <a:avLst/>
          </a:prstGeom>
          <a:solidFill>
            <a:srgbClr val="F2B134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 to /api/...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3524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appid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4709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never talks to OpenWeatherMap directly — the backend calls it server-side, keeping the API key out of the browser and leaving room for caching or rate-limiting later.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Skyline Weather  |  Full-Stack Weather 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apps, cleanly separated by responsibility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457200" cy="457200"/>
          </a:xfrm>
          <a:prstGeom prst="ellipse">
            <a:avLst/>
          </a:prstGeom>
          <a:solidFill>
            <a:srgbClr val="DCEE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56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client/  —  React (Vite)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709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 — shared Axios instance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 — SearchBar, WeatherCard, Forecast, Loader, ThemeToggle, FavoriteCities, SearchHistory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context/ — ThemeContext (dark/light)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hooks/ — useWeather (data fetching)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 — formatting + theme helpers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App.jsx, App.css, index.css, main.jsx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56232"/>
            <a:ext cx="457200" cy="457200"/>
          </a:xfrm>
          <a:prstGeom prst="ellipse">
            <a:avLst/>
          </a:prstGeom>
          <a:solidFill>
            <a:srgbClr val="E3F3F0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1856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server/  —  Node.js + Express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468880"/>
            <a:ext cx="4709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 — env-based configuration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controllers/ — request handlers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middleware/ — centralized error handler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 — API route definitions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 — OpenWeatherMap API calls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index.js — Express app entry point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Skyline Weather  |  Full-Stack Weather App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— Searching "Paris"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action, eight steps, top to bottom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2704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"Paris" and clicks Search in SearchBar.jsx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32104" y="1984248"/>
            <a:ext cx="0" cy="576072"/>
          </a:xfrm>
          <a:prstGeom prst="line">
            <a:avLst/>
          </a:prstGeom>
          <a:noFill/>
          <a:ln w="19050">
            <a:solidFill>
              <a:srgbClr val="B9D3E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0080" y="25603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48716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SearchBar calls onSearch → handleSearch() in App.jsx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" y="2944368"/>
            <a:ext cx="0" cy="576072"/>
          </a:xfrm>
          <a:prstGeom prst="line">
            <a:avLst/>
          </a:prstGeom>
          <a:noFill/>
          <a:ln w="19050">
            <a:solidFill>
              <a:srgbClr val="B9D3E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40080" y="352044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44728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handleSearch calls fetchWeatherByCity("Paris") from useWeather hook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" y="3904488"/>
            <a:ext cx="0" cy="576072"/>
          </a:xfrm>
          <a:prstGeom prst="line">
            <a:avLst/>
          </a:prstGeom>
          <a:noFill/>
          <a:ln w="19050">
            <a:solidFill>
              <a:srgbClr val="B9D3E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40080" y="44805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40740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sets loading = true, calls GET /api/weather &amp; /api/forecast via shared Axios instance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6002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0" y="152704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routes the requests to weatherController.js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01384" y="1984248"/>
            <a:ext cx="0" cy="576072"/>
          </a:xfrm>
          <a:prstGeom prst="line">
            <a:avLst/>
          </a:prstGeom>
          <a:noFill/>
          <a:ln w="19050">
            <a:solidFill>
              <a:srgbClr val="B9D3E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309360" y="25603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0" y="248716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calls weatherService.js, which calls OpenWeatherMap with the secret API key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01384" y="2944368"/>
            <a:ext cx="0" cy="576072"/>
          </a:xfrm>
          <a:prstGeom prst="line">
            <a:avLst/>
          </a:prstGeom>
          <a:noFill/>
          <a:ln w="19050">
            <a:solidFill>
              <a:srgbClr val="B9D3E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309360" y="352044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58000" y="344728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flows back up: OpenWeatherMap → service → controller → response → Axios → hook state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01384" y="3904488"/>
            <a:ext cx="0" cy="576072"/>
          </a:xfrm>
          <a:prstGeom prst="line">
            <a:avLst/>
          </a:prstGeom>
          <a:noFill/>
          <a:ln w="19050">
            <a:solidFill>
              <a:srgbClr val="B9D3E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309360" y="44805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58000" y="440740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re-renders WeatherCard and Forecast with the new data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Skyline Weather  |  Full-Stack Weather App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Management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Redux needed — built-in React tools cover it all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834640" cy="896112"/>
          </a:xfrm>
          <a:prstGeom prst="roundRect">
            <a:avLst>
              <a:gd name="adj" fmla="val 816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useState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11880" y="1691640"/>
            <a:ext cx="7635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component state for inputs and dropdown visibility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770632"/>
            <a:ext cx="2834640" cy="896112"/>
          </a:xfrm>
          <a:prstGeom prst="roundRect">
            <a:avLst>
              <a:gd name="adj" fmla="val 8163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70632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useWeather (custom hook)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770632"/>
            <a:ext cx="7635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data, loading, and error state — reusable and testable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9624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849624"/>
            <a:ext cx="2834640" cy="896112"/>
          </a:xfrm>
          <a:prstGeom prst="roundRect">
            <a:avLst>
              <a:gd name="adj" fmla="val 816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4962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Context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3849624"/>
            <a:ext cx="7635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ThemeContext holds the one truly global piece of state (dark/light mode)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928616"/>
            <a:ext cx="2834640" cy="896112"/>
          </a:xfrm>
          <a:prstGeom prst="roundRect">
            <a:avLst>
              <a:gd name="adj" fmla="val 8163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2861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Storage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11880" y="4928616"/>
            <a:ext cx="7635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history, favorites, and theme; read on mount, written on change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down via props; events flow up via callback props (e.g. onSearch, onToggleFavorite) — one-directional and predictable.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Skyline Weather  |  Full-Stack Weather App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 in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 with favorites &amp; history, plus a full weather result with 5-day forecast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2122450"/>
            <a:ext cx="5221224" cy="3481780"/>
          </a:xfrm>
          <a:prstGeom prst="roundRect">
            <a:avLst>
              <a:gd name="adj" fmla="val 21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mnt/user-data/uploads/Screenshot_2026-07-18_103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195602"/>
            <a:ext cx="5074920" cy="33354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668238"/>
            <a:ext cx="522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search, favorites &amp; recent history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943600" y="2151050"/>
            <a:ext cx="5769864" cy="3424580"/>
          </a:xfrm>
          <a:prstGeom prst="roundRect">
            <a:avLst>
              <a:gd name="adj" fmla="val 21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1" descr="/mnt/user-data/uploads/Screenshot_2026-07-18_1031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2224202"/>
            <a:ext cx="5623560" cy="32782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0" y="5639638"/>
            <a:ext cx="5769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view — current conditions &amp; 5-day forecast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Skyline Weather  |  Full-Stack Weather App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Skyline Weather  |  Full-Stack Weather App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Setup, Testing &amp; Deployment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local dev to a live, deployed 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5720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457200" cy="457200"/>
          </a:xfrm>
          <a:prstGeom prst="ellipse">
            <a:avLst/>
          </a:prstGeom>
          <a:solidFill>
            <a:srgbClr val="DCEE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Variables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server/.env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OPENWEATHER_API_KEY, PORT,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OPENWEATHER_BASE_URL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client/.env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VITE_API_BASE_URL — the VITE_ prefix exposes it to frontend code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600200"/>
            <a:ext cx="3520440" cy="45720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56232"/>
            <a:ext cx="457200" cy="457200"/>
          </a:xfrm>
          <a:prstGeom prst="ellipse">
            <a:avLst/>
          </a:prstGeom>
          <a:solidFill>
            <a:srgbClr val="E3F3F0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40" y="1874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Checklist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6888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city search returns weather + forecast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city shows a friendly error, not a crash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loads weather for current position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 persist after a page refresh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searches populate the history list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toggle persists on reload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adapts down to mobile widths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600200"/>
            <a:ext cx="3520440" cy="4572000"/>
          </a:xfrm>
          <a:prstGeom prst="roundRect">
            <a:avLst>
              <a:gd name="adj" fmla="val 2597"/>
            </a:avLst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856232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23960" y="1874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246888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Railway / Fly.io / Heroku — build: npm install, start: npm start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/ Netlify / GitHub Pages — build: npm run build, output: dist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cors() to the deployed frontend origin in production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Skyline Weather  |  Full-Stack Weather App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could go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DCEE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28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React Testing Library on the frontend, Supertest for backend routes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28800"/>
            <a:ext cx="502920" cy="502920"/>
          </a:xfrm>
          <a:prstGeom prst="ellipse">
            <a:avLst/>
          </a:prstGeom>
          <a:solidFill>
            <a:srgbClr val="DCEEF7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66360" y="1828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Hourly Forecast Charts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hour-by-hour trends with Chart.js or Recharts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828800"/>
            <a:ext cx="502920" cy="502920"/>
          </a:xfrm>
          <a:prstGeom prst="ellipse">
            <a:avLst/>
          </a:prstGeom>
          <a:solidFill>
            <a:srgbClr val="DCEEF7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🌫️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15400" y="1828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Quality Index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7532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AQI data via OpenWeatherMap's Air Pollution 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DCEEF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3977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Autocomplete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6177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Geocoding API to suggest cities while typing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749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977640"/>
            <a:ext cx="502920" cy="502920"/>
          </a:xfrm>
          <a:prstGeom prst="ellipse">
            <a:avLst/>
          </a:prstGeom>
          <a:solidFill>
            <a:srgbClr val="DCEEF7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📴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166360" y="3977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Support (PWA)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46177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service worker for installability and offline use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749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3977640"/>
            <a:ext cx="502920" cy="502920"/>
          </a:xfrm>
          <a:prstGeom prst="ellipse">
            <a:avLst/>
          </a:prstGeom>
          <a:solidFill>
            <a:srgbClr val="DCEEF7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915400" y="3977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Caching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75320" y="46177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Redis-based caching to cut repeat OpenWeatherMap calls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Skyline Weather  |  Full-Stack Weather App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1828800"/>
            <a:ext cx="822960" cy="8229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5" name="Text 3"/>
          <p:cNvSpPr/>
          <p:nvPr/>
        </p:nvSpPr>
        <p:spPr>
          <a:xfrm>
            <a:off x="53492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Skyline Weather — React, Express, and OpenWeatherMap working together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2026-07-18T05:06:02Z</dcterms:created>
  <dcterms:modified xsi:type="dcterms:W3CDTF">2026-07-18T05:06:02Z</dcterms:modified>
</cp:coreProperties>
</file>